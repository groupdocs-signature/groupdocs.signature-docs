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jpeg" ContentType="image/jpeg"/>
  <Default Extension="png" ContentType="image/png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&#65279;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officeDocument/2006/relationships/extended-properties" Target="docProps/app.xml" /><Relationship Id="rId4" Type="http://schemas.openxmlformats.org/package/2006/relationships/metadata/thumbnail" Target="docProps/thumbnail.jpeg" /><Relationship Id="rId5" Type="http://schemas.openxmlformats.org/officeDocument/2006/relationships/custom-properties" Target="docProps/custom.xml" /></Relationships>
</file>

<file path=ppt/presentation.xml><?xml version="1.0" encoding="utf-8"?>
<!--Generated by Aspose.Slides for .NET 26.9-->
<p:presentation xmlns:r="http://schemas.openxmlformats.org/officeDocument/2006/relationships" xmlns:a="http://schemas.openxmlformats.org/drawingml/2006/main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custDataLst>
    <p:tags r:id="rId3"/>
  </p:custDataLst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r="http://schemas.openxmlformats.org/officeDocument/2006/relationships" xmlns:a="http://schemas.openxmlformats.org/drawingml/2006/main" xmlns:p="http://schemas.openxmlformats.org/presentationml/2006/main">
  <p:showPr showNarration="1">
    <p:present/>
    <p:extLs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  <p:ext uri="{1BD7E111-0CB8-44D6-8891-C1BB2F81B7CC}">
      <p1710:readonlyRecommended xmlns:p1710="http://schemas.microsoft.com/office/powerpoint/2017/10/main" val="0"/>
    </p:ext>
  </p:extLst>
</p:presentationPr>
</file>

<file path=ppt/tableStyles.xml><?xml version="1.0" encoding="utf-8"?>
<a:tblStyleLst xmlns:r="http://schemas.openxmlformats.org/officeDocument/2006/relationships"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92" autoAdjust="0"/>
    <p:restoredTop sz="94660"/>
  </p:normalViewPr>
  <p:slideViewPr>
    <p:cSldViewPr snapToGrid="0">
      <p:cViewPr varScale="1">
        <p:scale>
          <a:sx n="122" d="100"/>
          <a:sy n="122" d="100"/>
        </p:scale>
        <p:origin x="96" y="29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>
      <p:cViewPr>
        <p:scale>
          <a:sx n="1" d="100"/>
          <a:sy n="1" d="100"/>
        </p:scale>
        <p:origin x="0" y="0"/>
      </p:cViewPr>
      <p:guideLst/>
    </p:cSldViewPr>
  </p:notesViewPr>
  <p:gridSpacing cx="72008" cy="72008"/>
</p:viewPr>
</file>

<file path=ppt/_rels/presentation.xml.rels>&#65279;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 /><Relationship Id="rId2" Type="http://schemas.openxmlformats.org/officeDocument/2006/relationships/slide" Target="slides/slide1.xml" /><Relationship Id="rId3" Type="http://schemas.openxmlformats.org/officeDocument/2006/relationships/tags" Target="tags/tag1.xml" /><Relationship Id="rId4" Type="http://schemas.openxmlformats.org/officeDocument/2006/relationships/presProps" Target="presProps.xml" /><Relationship Id="rId5" Type="http://schemas.openxmlformats.org/officeDocument/2006/relationships/viewProps" Target="viewProps.xml" /><Relationship Id="rId6" Type="http://schemas.openxmlformats.org/officeDocument/2006/relationships/theme" Target="theme/theme1.xml" /><Relationship Id="rId7" Type="http://schemas.openxmlformats.org/officeDocument/2006/relationships/tableStyles" Target="tableStyles.xml" /></Relationships>
</file>

<file path=ppt/slideLayouts/_rels/slideLayout1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2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3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4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5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6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7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8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9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0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1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slideLayout1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E8B2102-0B00-479A-9507-6DEE0FDE5FC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A530E9A0-5E1A-4D03-B99E-E01C9570E15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B61D5D6D-AB01-4C1E-83F1-5BB71F9350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E31CF5-821C-4690-B7F9-4985B188C5D4}" type="datetimeFigureOut">
              <a:rPr lang="ru-RU" smtClean="0"/>
              <a:t>03.08.2020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F4560E45-2996-45CB-AA9D-FEDCB8B984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9B267664-20C8-4179-BDF3-43F502F97E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731EEC-45DD-41AC-831D-A070F9B8F66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val="1206563833"/>
      </p:ext>
    </p:extLst>
  </p:cSld>
  <p:clrMapOvr>
    <a:masterClrMapping/>
  </p:clrMapOvr>
  <p:transition/>
  <p:timing/>
</p:sldLayout>
</file>

<file path=ppt/slideLayouts/slideLayout2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7D5AEB0-2F29-4E85-8BC5-A4781F00F3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D1B56B82-AD12-4C56-BC99-573CC6C0659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16225FC1-9628-4D16-A214-F0AE58AEF0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E31CF5-821C-4690-B7F9-4985B188C5D4}" type="datetimeFigureOut">
              <a:rPr lang="ru-RU" smtClean="0"/>
              <a:t>03.08.2020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4433B4C3-6C29-42C2-8075-5ECD8FAFA4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A420961F-D200-472C-82C5-7756FAEB16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731EEC-45DD-41AC-831D-A070F9B8F66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val="1617611563"/>
      </p:ext>
    </p:extLst>
  </p:cSld>
  <p:clrMapOvr>
    <a:masterClrMapping/>
  </p:clrMapOvr>
  <p:transition/>
  <p:timing/>
</p:sldLayout>
</file>

<file path=ppt/slideLayouts/slideLayout3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0412B53-C9DF-4F04-A298-3A48469C8B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3943A801-F07F-4552-B0FD-951CB549C57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4475348E-0075-47A8-9779-812E0AF1FD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E31CF5-821C-4690-B7F9-4985B188C5D4}" type="datetimeFigureOut">
              <a:rPr lang="ru-RU" smtClean="0"/>
              <a:t>03.08.2020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DE714056-D912-44DD-A0CF-CA41956CD1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1A985F99-C9A1-49CE-A5EC-E945702F46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731EEC-45DD-41AC-831D-A070F9B8F66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val="687708406"/>
      </p:ext>
    </p:extLst>
  </p:cSld>
  <p:clrMapOvr>
    <a:masterClrMapping/>
  </p:clrMapOvr>
  <p:transition/>
  <p:timing/>
</p:sldLayout>
</file>

<file path=ppt/slideLayouts/slideLayout4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28B46CD-6FC5-4D3B-AA4F-9323EF92DA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5127A7A7-CBE4-4707-8132-AA45498E970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CE278318-A374-474F-AB7A-71605479921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48F8E6ED-5F14-486E-9807-D6A3A8DE92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E31CF5-821C-4690-B7F9-4985B188C5D4}" type="datetimeFigureOut">
              <a:rPr lang="ru-RU" smtClean="0"/>
              <a:t>03.08.2020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78ADF020-6ABA-4298-8CD0-33AB73EAE1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0AE71B0B-242C-4CE0-A855-EBC218B7B9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731EEC-45DD-41AC-831D-A070F9B8F66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val="1578091037"/>
      </p:ext>
    </p:extLst>
  </p:cSld>
  <p:clrMapOvr>
    <a:masterClrMapping/>
  </p:clrMapOvr>
  <p:transition/>
  <p:timing/>
</p:sldLayout>
</file>

<file path=ppt/slideLayouts/slideLayout5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881457F-594C-42A7-888F-7E37F2BEC0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8E3DAFD1-37EF-44C2-9254-29A628D0E6E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351AC96D-FA91-4438-AA2C-E5D090EEF5C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1C7CF7C2-A55D-480F-9D30-13E62B23879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7B206986-755D-4BF2-97E9-8184269396E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F4D71204-730A-4934-82A9-0E54821B86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E31CF5-821C-4690-B7F9-4985B188C5D4}" type="datetimeFigureOut">
              <a:rPr lang="ru-RU" smtClean="0"/>
              <a:t>03.08.2020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BC31F5C4-CDD4-4586-BFA1-ED159469EC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66266664-4E13-4CBF-8433-25EC33BEBE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731EEC-45DD-41AC-831D-A070F9B8F66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val="2507119722"/>
      </p:ext>
    </p:extLst>
  </p:cSld>
  <p:clrMapOvr>
    <a:masterClrMapping/>
  </p:clrMapOvr>
  <p:transition/>
  <p:timing/>
</p:sldLayout>
</file>

<file path=ppt/slideLayouts/slideLayout6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8CE7BC4-61F8-4108-8C42-566BFEE73F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B49AC9EA-7561-4647-AC54-FF276BE87F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E31CF5-821C-4690-B7F9-4985B188C5D4}" type="datetimeFigureOut">
              <a:rPr lang="ru-RU" smtClean="0"/>
              <a:t>03.08.2020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D4C3F33F-0CB8-428D-93D6-E50D4EBF47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53875A38-3F70-4457-A1DF-C916E1AFFF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731EEC-45DD-41AC-831D-A070F9B8F66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val="381779691"/>
      </p:ext>
    </p:extLst>
  </p:cSld>
  <p:clrMapOvr>
    <a:masterClrMapping/>
  </p:clrMapOvr>
  <p:transition/>
  <p:timing/>
</p:sldLayout>
</file>

<file path=ppt/slideLayouts/slideLayout7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2765842A-FB46-4E51-929C-1D22EDFE77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E31CF5-821C-4690-B7F9-4985B188C5D4}" type="datetimeFigureOut">
              <a:rPr lang="ru-RU" smtClean="0"/>
              <a:t>03.08.2020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DE86E273-7BE3-404B-B0F1-C1B19F4F2F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93B9F383-F356-4549-883E-FE948F3E2F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731EEC-45DD-41AC-831D-A070F9B8F66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val="3593464180"/>
      </p:ext>
    </p:extLst>
  </p:cSld>
  <p:clrMapOvr>
    <a:masterClrMapping/>
  </p:clrMapOvr>
  <p:transition/>
  <p:timing/>
</p:sldLayout>
</file>

<file path=ppt/slideLayouts/slideLayout8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950294D-7557-4112-A15E-99CDFEE418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CF72081D-8633-4146-B7DF-91BE413F393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E74A0B76-5DCF-431C-BD31-48C301BADFF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641F3100-CC21-497E-96EB-B5C16AEAA8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E31CF5-821C-4690-B7F9-4985B188C5D4}" type="datetimeFigureOut">
              <a:rPr lang="ru-RU" smtClean="0"/>
              <a:t>03.08.2020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4017020D-87BF-4D5C-8D96-3AAC2CA0FF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5C482FFC-6698-4FF2-8C68-DE028328DB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731EEC-45DD-41AC-831D-A070F9B8F66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val="1283960453"/>
      </p:ext>
    </p:extLst>
  </p:cSld>
  <p:clrMapOvr>
    <a:masterClrMapping/>
  </p:clrMapOvr>
  <p:transition/>
  <p:timing/>
</p:sldLayout>
</file>

<file path=ppt/slideLayouts/slideLayout9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81FD3BE-DF09-447B-806B-1E8D4FCA77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99F8B70C-FDD5-4D38-8EF5-1A8859CBD12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3C6704C3-80FD-49EE-AE6F-3DC4E77D171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CE903DD3-E83F-4BF8-A8F2-BF81AE6280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E31CF5-821C-4690-B7F9-4985B188C5D4}" type="datetimeFigureOut">
              <a:rPr lang="ru-RU" smtClean="0"/>
              <a:t>03.08.2020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68F77CEF-5914-4323-87B2-AFF87837EC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1D03361A-21DF-42AD-9863-2FF9E0FC41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731EEC-45DD-41AC-831D-A070F9B8F66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val="2742565707"/>
      </p:ext>
    </p:extLst>
  </p:cSld>
  <p:clrMapOvr>
    <a:masterClrMapping/>
  </p:clrMapOvr>
  <p:transition/>
  <p:timing/>
</p:sldLayout>
</file>

<file path=ppt/slideLayouts/slideLayout10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9FC9EBC-317D-4EF1-8B27-C4F70C7F87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D0AD47BD-4EC2-4D6D-B56B-7862BCC8F47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78B93103-0224-487F-BE1A-49ACBF0E12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E31CF5-821C-4690-B7F9-4985B188C5D4}" type="datetimeFigureOut">
              <a:rPr lang="ru-RU" smtClean="0"/>
              <a:t>03.08.2020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F0A89929-2BD8-4827-860A-DDC72A3181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8C15B39C-DD64-4DA1-B20C-52BBB2D39D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731EEC-45DD-41AC-831D-A070F9B8F66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val="1943787454"/>
      </p:ext>
    </p:extLst>
  </p:cSld>
  <p:clrMapOvr>
    <a:masterClrMapping/>
  </p:clrMapOvr>
  <p:transition/>
  <p:timing/>
</p:sldLayout>
</file>

<file path=ppt/slideLayouts/slideLayout11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275BCAB5-2976-4667-AF7D-13F902264CD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C84E4CA5-3BC5-43EE-B63D-C03819FE139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B6D47A05-64CF-4AD5-BA01-CF66DDA730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E31CF5-821C-4690-B7F9-4985B188C5D4}" type="datetimeFigureOut">
              <a:rPr lang="ru-RU" smtClean="0"/>
              <a:t>03.08.2020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A74870B9-A792-491C-A0D8-08E81DA739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73245FE7-881E-4E6A-99E8-BEE4BAFD36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731EEC-45DD-41AC-831D-A070F9B8F66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val="33986162"/>
      </p:ext>
    </p:extLst>
  </p:cSld>
  <p:clrMapOvr>
    <a:masterClrMapping/>
  </p:clrMapOvr>
  <p:transition/>
  <p:timing/>
</p:sldLayout>
</file>

<file path=ppt/slideMasters/_rels/slideMaster1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 /><Relationship Id="rId10" Type="http://schemas.openxmlformats.org/officeDocument/2006/relationships/slideLayout" Target="../slideLayouts/slideLayout10.xml" /><Relationship Id="rId11" Type="http://schemas.openxmlformats.org/officeDocument/2006/relationships/slideLayout" Target="../slideLayouts/slideLayout11.xml" /><Relationship Id="rId12" Type="http://schemas.openxmlformats.org/officeDocument/2006/relationships/theme" Target="../theme/theme1.xml" /><Relationship Id="rId2" Type="http://schemas.openxmlformats.org/officeDocument/2006/relationships/slideLayout" Target="../slideLayouts/slideLayout2.xml" /><Relationship Id="rId3" Type="http://schemas.openxmlformats.org/officeDocument/2006/relationships/slideLayout" Target="../slideLayouts/slideLayout3.xml" /><Relationship Id="rId4" Type="http://schemas.openxmlformats.org/officeDocument/2006/relationships/slideLayout" Target="../slideLayouts/slideLayout4.xml" /><Relationship Id="rId5" Type="http://schemas.openxmlformats.org/officeDocument/2006/relationships/slideLayout" Target="../slideLayouts/slideLayout5.xml" /><Relationship Id="rId6" Type="http://schemas.openxmlformats.org/officeDocument/2006/relationships/slideLayout" Target="../slideLayouts/slideLayout6.xml" /><Relationship Id="rId7" Type="http://schemas.openxmlformats.org/officeDocument/2006/relationships/slideLayout" Target="../slideLayouts/slideLayout7.xml" /><Relationship Id="rId8" Type="http://schemas.openxmlformats.org/officeDocument/2006/relationships/slideLayout" Target="../slideLayouts/slideLayout8.xml" /><Relationship Id="rId9" Type="http://schemas.openxmlformats.org/officeDocument/2006/relationships/slideLayout" Target="../slideLayouts/slideLayout9.xml" /></Relationships>
</file>

<file path=ppt/slideMasters/slideMaster1.xml><?xml version="1.0" encoding="utf-8"?>
<p:sldMaster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4A970F6-6B1C-46B7-BF4D-5BCD7F7843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75642B71-1AC7-4FCD-A56F-8F0F9E76280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981CA7DD-409E-459C-B0F7-BBB75FA22E9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EE31CF5-821C-4690-B7F9-4985B188C5D4}" type="datetimeFigureOut">
              <a:rPr lang="ru-RU" smtClean="0"/>
              <a:t>03.08.2020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F1C8F2FF-77EA-4A20-BDFA-6B6548FFE6C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CDAC6C2D-FF35-4FA8-8A24-2A6860015B9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8731EEC-45DD-41AC-831D-A070F9B8F66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val="27752680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ransition/>
  <p:timing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 /><Relationship Id="rId2" Type="http://schemas.openxmlformats.org/officeDocument/2006/relationships/image" Target="../media/image1.png" /><Relationship Id="rId3" Type="http://schemas.openxmlformats.org/officeDocument/2006/relationships/image" Target="../media/image2.jpeg" /><Relationship Id="rId4" Type="http://schemas.openxmlformats.org/officeDocument/2006/relationships/image" Target="../media/image3.png" /></Relationships>
</file>

<file path=ppt/slides/slide1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688DC288-CCCE-45F5-832C-880F478CD03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 lnSpcReduction="10000"/>
          </a:bodyPr>
          <a:lstStyle/>
          <a:p>
            <a:pPr algn="ctr">
              <a:lnSpc>
                <a:spcPct val="115000"/>
              </a:lnSpc>
              <a:spcAft>
                <a:spcPct val="0"/>
              </a:spcAft>
            </a:pPr>
            <a:r>
              <a:rPr lang="ru-RU" sz="3200" b="1" err="1">
                <a:solidFill>
                  <a:srgbClr val="1A89D0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GroupDocs</a:t>
            </a:r>
            <a:endParaRPr lang="ru-RU" sz="3200">
              <a:effectLst/>
              <a:latin typeface="Arial" panose="020b0604020202020204" pitchFamily="34" charset="0"/>
              <a:ea typeface="Arial" panose="020b0604020202020204" pitchFamily="34" charset="0"/>
            </a:endParaRPr>
          </a:p>
          <a:p>
            <a:pPr algn="ctr">
              <a:lnSpc>
                <a:spcPct val="115000"/>
              </a:lnSpc>
              <a:spcAft>
                <a:spcPct val="0"/>
              </a:spcAft>
            </a:pPr>
            <a:r>
              <a:rPr lang="en-US" sz="2800">
                <a:solidFill>
                  <a:srgbClr val="1A89D0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Signature</a:t>
            </a:r>
            <a:endParaRPr lang="ru-RU" sz="2800">
              <a:effectLst/>
              <a:latin typeface="Arial" panose="020b0604020202020204" pitchFamily="34" charset="0"/>
              <a:ea typeface="Arial" panose="020b0604020202020204" pitchFamily="34" charset="0"/>
            </a:endParaRPr>
          </a:p>
          <a:p>
            <a:pPr algn="ctr">
              <a:lnSpc>
                <a:spcPct val="115000"/>
              </a:lnSpc>
              <a:spcAft>
                <a:spcPct val="0"/>
              </a:spcAft>
            </a:pPr>
            <a:r>
              <a:rPr lang="ru-RU" sz="1800" err="1">
                <a:solidFill>
                  <a:srgbClr val="666666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Professional tools for professionals</a:t>
            </a:r>
            <a:r>
              <a:rPr lang="ru-RU" sz="1800">
                <a:effectLst/>
                <a:latin typeface="Arial" panose="020b0604020202020204" pitchFamily="34" charset="0"/>
                <a:ea typeface="Arial" panose="020b0604020202020204" pitchFamily="34" charset="0"/>
              </a:rPr>
              <a:t> </a:t>
            </a:r>
          </a:p>
          <a:p>
            <a:endParaRPr lang="ru-RU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EA599B37-A0F8-431F-92B8-D5B87FC08CD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2673113"/>
          </a:xfrm>
          <a:prstGeom prst="rect">
            <a:avLst/>
          </a:prstGeom>
        </p:spPr>
      </p:pic>
      <p:sp>
        <p:nvSpPr>
          <p:cNvPr id="6" name="New shape" title=""/>
          <p:cNvSpPr txBox="1"/>
          <p:nvPr/>
        </p:nvSpPr>
        <p:spPr>
          <a:xfrm>
            <a:off x="508000" y="5651500"/>
            <a:ext cx="2286000" cy="508000"/>
          </a:xfrm>
          <a:prstGeom prst="rect">
            <a:avLst/>
          </a:prstGeom>
          <a:noFill/>
          <a:ln w="0">
            <a:solidFill>
              <a:srgbClr val="FFFFFF">
                <a:alpha val="0"/>
              </a:srgbClr>
            </a:solidFill>
            <a:prstDash val="solid"/>
          </a:ln>
        </p:spPr>
        <p:style>
          <a:lnRef idx="2">
            <a:srgbClr val="FFFFFF">
              <a:alpha val="0"/>
            </a:srgbClr>
          </a:lnRef>
          <a:fillRef idx="1">
            <a:srgbClr val="FFFFFF">
              <a:alpha val="0"/>
            </a:srgbClr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l"/>
            <a:r>
              <a:rPr sz="1400" b="0" i="0" u="none" strike="noStrike">
                <a:solidFill>
                  <a:srgbClr val="000000"/>
                </a:solidFill>
                <a:latin typeface="Times New Roman"/>
              </a:rPr>
              <a:t>John Smith</a:t>
            </a:r>
          </a:p>
        </p:txBody>
      </p:sp>
      <p:pic>
        <p:nvPicPr>
          <p:cNvPr id="7" name="New picture" title=""/>
          <p:cNvPicPr/>
          <p:nvPr/>
        </p:nvPicPr>
        <p:blipFill>
          <a:blip r:embed="rId3"/>
          <a:stretch>
            <a:fillRect/>
          </a:stretch>
        </p:blipFill>
        <p:spPr>
          <a:xfrm>
            <a:off x="3175000" y="5397500"/>
            <a:ext cx="1270000" cy="1079500"/>
          </a:xfrm>
          <a:prstGeom prst="rect">
            <a:avLst/>
          </a:prstGeom>
        </p:spPr>
      </p:pic>
      <p:pic>
        <p:nvPicPr>
          <p:cNvPr id="8" name="New picture" title=""/>
          <p:cNvPicPr/>
          <p:nvPr/>
        </p:nvPicPr>
        <p:blipFill>
          <a:blip r:embed="rId4"/>
          <a:stretch>
            <a:fillRect/>
          </a:stretch>
        </p:blipFill>
        <p:spPr>
          <a:xfrm>
            <a:off x="4826000" y="5588000"/>
            <a:ext cx="3810000" cy="762000"/>
          </a:xfrm>
          <a:prstGeom prst="rect">
            <a:avLst/>
          </a:prstGeom>
        </p:spPr>
      </p:pic>
    </p:spTree>
    <p:extLst>
      <p:ext uri="{BB962C8B-B14F-4D97-AF65-F5344CB8AC3E}">
        <p14:creationId val="2075408089"/>
      </p:ext>
    </p:extLst>
  </p:cSld>
  <p:clrMapOvr>
    <a:masterClrMapping/>
  </p:clrMapOvr>
  <p:transition/>
  <p:timing/>
</p:sld>
</file>

<file path=ppt/tags/tag1.xml><?xml version="1.0" encoding="utf-8"?>
<p:tagLst xmlns:p="http://schemas.openxmlformats.org/presentationml/2006/main">
  <p:tag name="AS_NET" val="10.0.12"/>
  <p:tag name="AS_OS" val="Microsoft Windows NT 10.0.26200.0"/>
  <p:tag name="AS_RELEASE_DATE" val="2026.09.14"/>
  <p:tag name="AS_TITLE" val="Aspose.Slides for .NET6"/>
  <p:tag name="AS_VERSION" val="26.9"/>
</p:tagLst>
</file>

<file path=ppt/theme/theme1.xml><?xml version="1.0" encoding="utf-8"?>
<a:theme xmlns:r="http://schemas.openxmlformats.org/officeDocument/2006/relationships"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Calibri Light" panose="020f0302020204030204"/>
        <a:cs typeface="Arial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Calibri" panose="020f0502020204030204"/>
        <a:cs typeface="Arial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:vt="http://schemas.openxmlformats.org/officeDocument/2006/docPropsVTypes" xmlns="http://schemas.openxmlformats.org/officeDocument/2006/extended-properties">
  <Company/>
  <PresentationFormat>Широкоэкранный</PresentationFormat>
  <Paragraphs>4</Paragraphs>
  <Slides>1</Slides>
  <Notes>0</Notes>
  <TotalTime>10</TotalTime>
  <HiddenSlides>0</HiddenSlides>
  <MMClips>0</MMClips>
  <ScaleCrop>0</ScaleCrop>
  <HeadingPairs>
    <vt:vector baseType="variant" size="6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baseType="lpstr" size="6">
      <vt:lpstr>Arial</vt:lpstr>
      <vt:lpstr>Calibri Light</vt:lpstr>
      <vt:lpstr>Calibri</vt:lpstr>
      <vt:lpstr>Times New Roman</vt:lpstr>
      <vt:lpstr>Тема Office</vt:lpstr>
      <vt:lpstr>PowerPoint Presentation</vt:lpstr>
    </vt:vector>
  </TitlesOfParts>
  <LinksUpToDate>0</LinksUpToDate>
  <SharedDoc>0</SharedDoc>
  <HyperlinksChanged>0</HyperlinksChanged>
  <Application>Aspose.Slides for .NET</Application>
  <AppVersion>26.0900</AppVersion>
</Properties>
</file>

<file path=docProps/core.xml><?xml version="1.0" encoding="utf-8"?>
<cp:coreProperties xmlns:dc="http://purl.org/dc/elements/1.1/" xmlns:dcterms="http://purl.org/dc/terms/" xmlns:dcmitype="http://purl.org/dc/dcmitype/" xmlns:xsi="http://www.w3.org/2001/XMLSchema-instance" xmlns:cp="http://schemas.openxmlformats.org/package/2006/metadata/core-properties">
  <dc:title>Презентация PowerPoint</dc:title>
  <dc:creator>Sergii Tereshchenko</dc:creator>
  <cp:lastModifiedBy>Sergii Tereshchenko</cp:lastModifiedBy>
  <cp:revision>1</cp:revision>
  <dcterms:created xsi:type="dcterms:W3CDTF">2020-08-03T17:32:17Z</dcterms:created>
  <dcterms:modified xsi:type="dcterms:W3CDTF">2026-10-05T13:20:52Z</dcterms:modified>
</cp:coreProperties>
</file>

<file path=docProps/custom.xml><?xml version="1.0" encoding="utf-8"?>
<Properties xmlns:vt="http://schemas.openxmlformats.org/officeDocument/2006/docPropsVTypes" xmlns="http://schemas.openxmlformats.org/officeDocument/2006/custom-properties">
  <property fmtid="{D5CDD505-2E9C-101B-9397-08002B2CF9AE}" pid="2" name="GD.SIGN.INFO">
    <vt:lpwstr>{"HDR":"GD.SIGN.INFO","VER":null,"DAT":"NlQrbk53dXhpWS84bWZXbjE2VE9pandCMUFLbzlNM0dWTmcyc1hxalBmS1F4RjMyVUFzU2JLRzNOWjdEU1U0bFpyVW92WlJPV3ppTlA2Wm9uMVJ6b1FrQ1BRejBibmJCQTVGWXBhWVVaaHpoZThDRm9yUFU1VkQ3UmNhMFRQTVVnTVVHcTl1TnY0clhjNXBMakNZMnhCOEpHa25pbzFTWUw2QnBSL2pFbnRUSzhuQi9HQkl1RmRUV3hJeTlLUlRvWVJQUXF1MnUrMWlRZkhzZzExMWM5RTVES2hTS2tUc2cydER2MlExbURhaWRqSm10SmRxV1JJMGZ5TjMyVHVReDNXMWwwY2VwcVNXY2xPMXRVZ2pQL01aTEZITXhxQTlGVUFJcnM3N1pCdklqRHplUld5OSt3UWxRVzVmR1p3aThYMmZzTHBxeTRBblZhSTUybkZFSDBveTNnSXMyek80Z3RzVXIrR3VXY28wTVBic2pzU3l0NmxZUi83US9jaDk5ckFqMGxqcWMrZjZqZHIwZTVWYytRZ1lIc1VRUi9KczdlZDRXRWI3dmRBSmZGNVZ1Q3FRMlpWYlp4VnlQa2psZkZQbTVPazFydE9uYjM2aGFBSWJRb3ZtTVo2ZDJDOVZJdWl1Q0pKK0lqZkNrd3FHV0ZJOWZjemE5S2psQ1p4NDNOeXBqd0pXUU5Fdk1JZEptWGVSNERMUHBpZDFqSC8vUVUyQ3ZXZmNYVm1DOFVBYmtkVjAzN2ZEUCtaS25yYVlRSU9aZ3RCdVI5UVc2a0loTm9NUERCZUZSeURySmRXNjlDUVJGdWJNZFhkVkhlZDhMcUVpc0wrZ3JMd0V6V0cwNG96dm5CcEltVWdJdWdGOTFxclUrTEJ4bnViRzJtVHNLZmdPbDE4dVl0R044K01KdjA5OVBLN0pjWnp2VWtXR01HdTlLcmE3aVJXeHZRbVpJQmJnNWtad3lLTFZhQkVIdmVtaXN5enlMcmp4NWN0a2FzdzJnNEZ5bTBISGxIMUt1VURaTWlsakhoM0F1a1JwZlppNEdiUzVvckZ3K3k0VkpyR2RDK2VvYWpwK0oyd3VLR1BMc1RvZTR0SWZnbDBnT3c2cVVYYWQ0d2hTNnBKQ2ZiZm1WVDl0WUROVm9vODRRVUd3a2tSdmRUNk9GcTNSN3Z5MklqZnFXSTk2RlFEUDdrZVlFSms2MnI3QVV3UlNhOFBnSFoxMkRJNnJhSGVYTmdjVHE4MzVCM3laR1ErSHZHODRLbkV0bXlGbU5LUlhObGlFMzdHeDF0bXN5VlV6TUxxSUVsV3ZvZWRhdXFobEVmdFVtSGcvSktXSVZEVGU3YUZ2VUNzU1Y1alhkaWxYUTgrVmJuTVVaSHNoemJLZW5SbWVmOThNbW9nczFtMTFic3hraDlEY3FOYU9mM010c1gyWVQxZHR6TUVaeEM2YVZYL0NyUzc1anpDVGNhcDlOVVRReHc5R1hhVzhzQzA4ZFdiNmhENVVSVG5abGw1VHVmS0taWktjNHhZYkU5L1IwSkdqaURlSEZpVHZUYnJiL0tuVUlXUk5KVFFTSS9SZXBqOEdYK0RGTVJpOVlFaVdtZVNLTzFqUmliNUx6a04vOGFuMTNjU0lBWkNqV1huei9GeEVOWWNJaHZ1N2JBa3A0MzBrNUhkTmVxQTdIVlFoK2VHMU5UTVY3V08zdStFVnIvNG51bUsyMTRGblF3dmkzRGM4TTBTc0RHVHNjWkRSSDdzeUIwb01teFRiQ3NBbCtlWitKbXRnUlRaS3N0SzAyeVVadUt1YkxWTXhjSEVITlRmOTJYYWVhQURUNlo4YzI2RFZ0NE1tL1V3RFVrRE5qSXdMcWlHTkVBWHVIZUJ1Z2lOMEV2amFwL0VjbkxZT2ZHTHdMMitteXZEbDNrK0lEKzljMTQ4K2ZXMjVmMWVNVWk1V3ZWT2pDYVZMT3hyWGxyRkJ5VkhEZnB4a2M5eW5Td283ZTFnczdMRGZpSzdzS2R4SzN5WEhvMHVuTzBvM0pVZEdwMG85SktyQmp2bmgyN0VRRm5nek9tNkhJVmM4a3E3UmZManNDRmNialBWWUJZTEdvSHZ0b1N4MHAzbmtpRk1qaHFrcG5MRWh6V0UxV0txdjk5dEFuWG1tTGRWbTdaS3VIdS9tN2U2TjJrSUZHNFJkVlFWL0trYzdrcXN5a2RVb1hlbi9tNG5IMFFVUDR0RzBsdHNKZmF1eXpoaXE5Y0JvQURTcVhvMEJhM1JYR1gwUnZMS3haTEJKUysxZDJKWlRtaGVrc01sQml2c0pmMHFBVFhtc2RpM3F0WUN6YXVyOXNia3k2SmUyOWMxMTdTR0k3bVVsMDRMaVZqL2FtZWdSR1IxNTBGUk9EaGYyZkMweEw5Qkk4UENoYVh3Ty8zYXdySzU3VS9nN0xxQlkwWHRDbnV3RWVLV1lzUm9XYmhGTU45U2ZiYkdBRjJST04wMUpuRUQydktCRExQZVNwMzBENHhJR3Judlh3WTJ0aFpOL2VOekhUYWdNWnN6MnFTeVJPRCsydjQyOWVkenJtWFZGcXdONVhxdlhmOXZKaGtaNlNXOE4vOStiemFUS2o3SWdCSTYweEZEL1M0cytpQWpHK09MK0xHU3kzbzNTOERtdTJQTWRCZy9WMmNKWVJQOFF5YVlJSTJpcVRBRmowazVaRWZrUk9HU2M9"}</vt:lpwstr>
  </property>
</Properties>
</file>